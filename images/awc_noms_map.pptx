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70" d="100"/>
          <a:sy n="170" d="100"/>
        </p:scale>
        <p:origin x="-4758" y="-2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0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5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7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0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7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6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7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5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21983-009B-4ED5-99F1-F75DE080CA2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164E0-E710-4823-95EE-5533D24AD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6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59" y="0"/>
            <a:ext cx="8945223" cy="6839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5770" y="132736"/>
            <a:ext cx="2346034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Legend</a:t>
            </a:r>
          </a:p>
          <a:p>
            <a:pPr algn="r"/>
            <a:r>
              <a:rPr lang="en-US" sz="1200" dirty="0"/>
              <a:t>Existing AWC streams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New AWC Nominations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Site surveyed with no </a:t>
            </a:r>
          </a:p>
          <a:p>
            <a:pPr algn="r"/>
            <a:r>
              <a:rPr lang="en-US" sz="1200"/>
              <a:t>AWC species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7020232" y="589936"/>
            <a:ext cx="309716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025148" y="904567"/>
            <a:ext cx="304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5-Point Star 8"/>
          <p:cNvSpPr/>
          <p:nvPr/>
        </p:nvSpPr>
        <p:spPr>
          <a:xfrm>
            <a:off x="7079225" y="1160206"/>
            <a:ext cx="191729" cy="191729"/>
          </a:xfrm>
          <a:prstGeom prst="star5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3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andaman sea&#10;&#10;AI-generated content may be incorrect.">
            <a:extLst>
              <a:ext uri="{FF2B5EF4-FFF2-40B4-BE49-F238E27FC236}">
                <a16:creationId xmlns:a16="http://schemas.microsoft.com/office/drawing/2014/main" id="{5720A352-65A9-DECD-41AA-FC44BF084C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470" y="0"/>
            <a:ext cx="8875059" cy="685800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3C7132-3736-F6C7-4FF0-6A4136189C34}"/>
              </a:ext>
            </a:extLst>
          </p:cNvPr>
          <p:cNvSpPr txBox="1"/>
          <p:nvPr/>
        </p:nvSpPr>
        <p:spPr>
          <a:xfrm>
            <a:off x="1726251" y="59822"/>
            <a:ext cx="1657884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500" dirty="0"/>
              <a:t>2021 -2025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A1A10-98FD-D516-60AE-68AE71BB7E2A}"/>
              </a:ext>
            </a:extLst>
          </p:cNvPr>
          <p:cNvSpPr txBox="1"/>
          <p:nvPr/>
        </p:nvSpPr>
        <p:spPr>
          <a:xfrm>
            <a:off x="3529411" y="1358781"/>
            <a:ext cx="2195527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Total Nominations</a:t>
            </a:r>
          </a:p>
          <a:p>
            <a:r>
              <a:rPr lang="en-US" b="1" dirty="0"/>
              <a:t>24.5 stream miles</a:t>
            </a:r>
          </a:p>
          <a:p>
            <a:r>
              <a:rPr lang="en-US" b="1" dirty="0"/>
              <a:t>173 lake acres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E8550A3-0185-A439-3E18-9A7197BFAE40}"/>
              </a:ext>
            </a:extLst>
          </p:cNvPr>
          <p:cNvSpPr/>
          <p:nvPr/>
        </p:nvSpPr>
        <p:spPr>
          <a:xfrm>
            <a:off x="9167854" y="2925027"/>
            <a:ext cx="349857" cy="263539"/>
          </a:xfrm>
          <a:custGeom>
            <a:avLst/>
            <a:gdLst>
              <a:gd name="connsiteX0" fmla="*/ 0 w 349857"/>
              <a:gd name="connsiteY0" fmla="*/ 255495 h 263539"/>
              <a:gd name="connsiteX1" fmla="*/ 127221 w 349857"/>
              <a:gd name="connsiteY1" fmla="*/ 175982 h 263539"/>
              <a:gd name="connsiteX2" fmla="*/ 214685 w 349857"/>
              <a:gd name="connsiteY2" fmla="*/ 112371 h 263539"/>
              <a:gd name="connsiteX3" fmla="*/ 333955 w 349857"/>
              <a:gd name="connsiteY3" fmla="*/ 1053 h 263539"/>
              <a:gd name="connsiteX4" fmla="*/ 349857 w 349857"/>
              <a:gd name="connsiteY4" fmla="*/ 1053 h 263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857" h="263539">
                <a:moveTo>
                  <a:pt x="0" y="255495"/>
                </a:moveTo>
                <a:cubicBezTo>
                  <a:pt x="103289" y="270250"/>
                  <a:pt x="23010" y="274982"/>
                  <a:pt x="127221" y="175982"/>
                </a:cubicBezTo>
                <a:cubicBezTo>
                  <a:pt x="153357" y="151153"/>
                  <a:pt x="185530" y="133575"/>
                  <a:pt x="214685" y="112371"/>
                </a:cubicBezTo>
                <a:cubicBezTo>
                  <a:pt x="263400" y="34429"/>
                  <a:pt x="242179" y="46942"/>
                  <a:pt x="333955" y="1053"/>
                </a:cubicBezTo>
                <a:cubicBezTo>
                  <a:pt x="338696" y="-1318"/>
                  <a:pt x="344556" y="1053"/>
                  <a:pt x="349857" y="1053"/>
                </a:cubicBezTo>
              </a:path>
            </a:pathLst>
          </a:cu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690D6E-5DF3-FF90-9782-383077AAC122}"/>
              </a:ext>
            </a:extLst>
          </p:cNvPr>
          <p:cNvCxnSpPr/>
          <p:nvPr/>
        </p:nvCxnSpPr>
        <p:spPr>
          <a:xfrm>
            <a:off x="2162755" y="2337768"/>
            <a:ext cx="6043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1D47B4-0627-4AB4-8E7D-609D70415E36}"/>
              </a:ext>
            </a:extLst>
          </p:cNvPr>
          <p:cNvSpPr txBox="1"/>
          <p:nvPr/>
        </p:nvSpPr>
        <p:spPr>
          <a:xfrm>
            <a:off x="2702477" y="2206963"/>
            <a:ext cx="826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16731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Meyer</dc:creator>
  <cp:lastModifiedBy>Anonymous Reviewer</cp:lastModifiedBy>
  <cp:revision>4</cp:revision>
  <dcterms:created xsi:type="dcterms:W3CDTF">2022-11-10T21:38:46Z</dcterms:created>
  <dcterms:modified xsi:type="dcterms:W3CDTF">2025-11-28T19:33:25Z</dcterms:modified>
</cp:coreProperties>
</file>